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BB08-3A34-F3CE-9A8D-B3E8DE335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5E034-B7B0-B302-4F88-B5A45DCC1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A1E11-76B3-F9FD-7FFF-1CA955FA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0C73C-94B4-8094-5EF7-E5204064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335D1-F288-95D7-0516-3E1EF4B2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87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60175-40C1-4981-0FCB-C1E56EF8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DBE9-ED40-A33F-EB12-A0F68A901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364DE-74CF-05F1-7141-FE8C1E71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E332F-9088-2FDB-E018-891060CCB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E48F5-1BB2-0D98-6DCF-96E30895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17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430F-E9DA-DCB1-9396-7FDB260D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08943-D593-20F6-9422-4CCBCA8F0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EFB5C-0E84-2939-6347-813BF3B1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ED914-7187-19DE-1666-EC57774D2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FD8F6-229A-E3FB-944F-804E8074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373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CE511-0C69-3241-903E-5BDBFBDD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459D0-F7E1-687F-4698-08ECA1C25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99A10-E05F-2109-3EE8-21210C803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2419E-6C3A-9B0B-1887-4D81EDBC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A7BAB-0B6C-8D7E-6E3A-98EAEBF5C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E0D1D-AF4F-5F81-4696-B26EC50E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5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4AB2-222E-7A71-DAB6-0FE611C9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4BAFE-2821-EF18-779E-79AD45AF5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3ABC4-BBA8-3C96-9A96-75594FE48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4E38B-9CDA-2427-8A71-940D1CC21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7D283-589A-5396-34EB-9BF17CF2C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1F52E-AFDF-297C-41B0-BA734E35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066ACB-33DC-22AF-088C-616A2F8C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85D10-BA6F-09E4-EE07-CFAE3519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63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48951-1F15-9653-D87C-A0F90DCF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53F0B-572B-5395-9673-05965172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96798-B21F-3EC2-615E-64F7914E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CCD4B-019A-1AAA-763F-2994344D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86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51DF5-700C-360A-1EC4-6133B382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6A1F3-8CB6-8DAA-23BC-86D4E3C78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C4BA7-6E7A-FEFF-6848-2DFC2080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20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D053-F2B5-56FA-519B-DF379C1B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514B-E5F6-B26B-881C-01DFDA3BB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F3ADE-71FE-EE55-546E-6C42CD2CE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9012D-0F0B-98BF-DE6F-BB46D1F9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8342D-9C47-440C-CD16-FD6F24B0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E6C9B-9689-568D-CE61-88122411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20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458A-F826-BDBA-732A-C6AAE9EE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58C145-C6C4-2FF8-126A-CA06E03A4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506F1-B9AB-B39F-C9A4-08D3CEBA0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8E870-8BB5-76FB-79FA-C065185D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4AB89-B3FF-0D83-265F-2B72A57D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1D091-527D-780D-9FC6-E6338CA7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9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8142-A9F1-4F65-F63C-043E94D5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4DCCD-B2A4-B446-D962-E2F12F694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BFD98-40A4-1B37-7638-BDC45D27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5E831-82A3-5ADE-2BC5-F737EFB56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6BB9C-3573-7FAD-CE73-9EE0E82F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3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3E5023-EA28-46B5-7FF6-887FD42DC3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40A39-451C-6C35-EBA2-CF923622F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30B87-8634-DB5F-0C18-F4651881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2069B-A10E-9925-7F11-9A67FFC5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C5B88-82AB-EBA4-E2AB-109CD52F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84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1410C-6041-89B3-2C8E-4BBBE9F0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6FF1B-3785-C711-CBFE-85A6D4560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80795-CA97-1D76-4425-99CB69302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5FB2A-6DCB-4282-B57A-2362550CC74B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52B94-46B0-F0A9-F2CD-221BF1933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605A1-C6DE-31A8-7165-EF8E2278E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4C059-35D1-44AA-87A6-33EE526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84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F3C275-9918-3C89-C725-D9E92691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138" y="297575"/>
            <a:ext cx="8775726" cy="87027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AI Resume Screening &amp; Talent Match System</a:t>
            </a:r>
            <a:br>
              <a:rPr lang="en-IN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endParaRPr lang="en-IN" sz="3600" b="1" dirty="0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66008E-7E86-A491-D2AE-2FCA833EE26D}"/>
              </a:ext>
            </a:extLst>
          </p:cNvPr>
          <p:cNvSpPr/>
          <p:nvPr/>
        </p:nvSpPr>
        <p:spPr>
          <a:xfrm>
            <a:off x="471951" y="984589"/>
            <a:ext cx="5358578" cy="270899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13CD97-6F47-1B0E-DD2F-AAFC775FA30C}"/>
              </a:ext>
            </a:extLst>
          </p:cNvPr>
          <p:cNvSpPr/>
          <p:nvPr/>
        </p:nvSpPr>
        <p:spPr>
          <a:xfrm>
            <a:off x="471951" y="3795251"/>
            <a:ext cx="5358578" cy="288576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6B0446-3997-A4F5-5AB5-B4EF10379A5E}"/>
              </a:ext>
            </a:extLst>
          </p:cNvPr>
          <p:cNvSpPr/>
          <p:nvPr/>
        </p:nvSpPr>
        <p:spPr>
          <a:xfrm>
            <a:off x="6361471" y="3795250"/>
            <a:ext cx="5186514" cy="288576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Team 2 -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Members: 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Nighitha &amp; Farzana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A065A1-3FC0-2818-2553-541297615617}"/>
              </a:ext>
            </a:extLst>
          </p:cNvPr>
          <p:cNvSpPr/>
          <p:nvPr/>
        </p:nvSpPr>
        <p:spPr>
          <a:xfrm>
            <a:off x="6361471" y="984589"/>
            <a:ext cx="5186514" cy="27090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AB1C6B-FA1B-45FB-7D39-D8FB5C540960}"/>
              </a:ext>
            </a:extLst>
          </p:cNvPr>
          <p:cNvSpPr/>
          <p:nvPr/>
        </p:nvSpPr>
        <p:spPr>
          <a:xfrm>
            <a:off x="1642954" y="998155"/>
            <a:ext cx="282974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800" b="1" dirty="0"/>
              <a:t>Project Overview 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DA812E-CF07-3142-4C09-21F50B57B67D}"/>
              </a:ext>
            </a:extLst>
          </p:cNvPr>
          <p:cNvSpPr/>
          <p:nvPr/>
        </p:nvSpPr>
        <p:spPr>
          <a:xfrm>
            <a:off x="8129183" y="998155"/>
            <a:ext cx="165109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Workflow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F42926-1B59-2359-F9E2-507F06165B7D}"/>
              </a:ext>
            </a:extLst>
          </p:cNvPr>
          <p:cNvSpPr/>
          <p:nvPr/>
        </p:nvSpPr>
        <p:spPr>
          <a:xfrm>
            <a:off x="2078265" y="3795251"/>
            <a:ext cx="19591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800" b="1" dirty="0"/>
              <a:t>30-Day Plan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BC8A33-65F2-D1F1-C2E9-A9C7C3F6E095}"/>
              </a:ext>
            </a:extLst>
          </p:cNvPr>
          <p:cNvSpPr/>
          <p:nvPr/>
        </p:nvSpPr>
        <p:spPr>
          <a:xfrm>
            <a:off x="7911077" y="3815325"/>
            <a:ext cx="20873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800" b="1" dirty="0"/>
              <a:t>Team Details</a:t>
            </a:r>
            <a:endParaRPr lang="en-US" sz="28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351E5BEA-0AA7-F437-2197-1C7DBA402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065" y="1830555"/>
            <a:ext cx="36154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AI-powered resume screening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RAG-based job matching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Explainable match scoring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Intelligent hiring recommendation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2C549F-F310-94E5-017C-259E22271C77}"/>
              </a:ext>
            </a:extLst>
          </p:cNvPr>
          <p:cNvSpPr txBox="1"/>
          <p:nvPr/>
        </p:nvSpPr>
        <p:spPr>
          <a:xfrm>
            <a:off x="6490962" y="1645889"/>
            <a:ext cx="1501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Resume &amp; JD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602BC3-DC5D-8EC8-9733-867E8AD592CF}"/>
              </a:ext>
            </a:extLst>
          </p:cNvPr>
          <p:cNvSpPr txBox="1"/>
          <p:nvPr/>
        </p:nvSpPr>
        <p:spPr>
          <a:xfrm>
            <a:off x="8598943" y="1645889"/>
            <a:ext cx="2165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Skill Extraction (LLM)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FA2687-8FC9-6734-E708-F256776C658F}"/>
              </a:ext>
            </a:extLst>
          </p:cNvPr>
          <p:cNvSpPr txBox="1"/>
          <p:nvPr/>
        </p:nvSpPr>
        <p:spPr>
          <a:xfrm>
            <a:off x="6518854" y="2302895"/>
            <a:ext cx="2398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Embedding + Vector DB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ED1AE7-2A21-8572-F878-0A5BF3B65933}"/>
              </a:ext>
            </a:extLst>
          </p:cNvPr>
          <p:cNvSpPr txBox="1"/>
          <p:nvPr/>
        </p:nvSpPr>
        <p:spPr>
          <a:xfrm>
            <a:off x="9618426" y="2296885"/>
            <a:ext cx="1549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RAG Matching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70E49F-DEC4-6720-C3E4-D5F33A0242D3}"/>
              </a:ext>
            </a:extLst>
          </p:cNvPr>
          <p:cNvSpPr txBox="1"/>
          <p:nvPr/>
        </p:nvSpPr>
        <p:spPr>
          <a:xfrm>
            <a:off x="7911077" y="2992232"/>
            <a:ext cx="2303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AI Score &amp; Dashboard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0DB47A7-BAA2-979E-E5D5-E636D64ADB88}"/>
              </a:ext>
            </a:extLst>
          </p:cNvPr>
          <p:cNvCxnSpPr>
            <a:stCxn id="25" idx="3"/>
          </p:cNvCxnSpPr>
          <p:nvPr/>
        </p:nvCxnSpPr>
        <p:spPr>
          <a:xfrm>
            <a:off x="7992440" y="1830555"/>
            <a:ext cx="493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22CD1C3-DBAC-8A32-586C-5295E7F5342A}"/>
              </a:ext>
            </a:extLst>
          </p:cNvPr>
          <p:cNvCxnSpPr/>
          <p:nvPr/>
        </p:nvCxnSpPr>
        <p:spPr>
          <a:xfrm>
            <a:off x="7378444" y="3179055"/>
            <a:ext cx="493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AB8C18-EC16-48D2-AD69-1AA4D1FF075C}"/>
              </a:ext>
            </a:extLst>
          </p:cNvPr>
          <p:cNvCxnSpPr/>
          <p:nvPr/>
        </p:nvCxnSpPr>
        <p:spPr>
          <a:xfrm>
            <a:off x="8954728" y="2490950"/>
            <a:ext cx="493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441780E-C4A5-F84F-E5C0-499C5C8B3296}"/>
              </a:ext>
            </a:extLst>
          </p:cNvPr>
          <p:cNvCxnSpPr/>
          <p:nvPr/>
        </p:nvCxnSpPr>
        <p:spPr>
          <a:xfrm>
            <a:off x="10764134" y="1830555"/>
            <a:ext cx="4937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736FF77-D655-52E2-4279-422A63533DDC}"/>
              </a:ext>
            </a:extLst>
          </p:cNvPr>
          <p:cNvSpPr txBox="1"/>
          <p:nvPr/>
        </p:nvSpPr>
        <p:spPr>
          <a:xfrm>
            <a:off x="1708138" y="4768922"/>
            <a:ext cx="304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Week 1 – Design &amp; Data</a:t>
            </a:r>
            <a:br>
              <a:rPr lang="en-US" dirty="0"/>
            </a:br>
            <a:r>
              <a:rPr lang="en-US" dirty="0"/>
              <a:t>Week 2 – RAG Development</a:t>
            </a:r>
            <a:br>
              <a:rPr lang="en-US" dirty="0"/>
            </a:br>
            <a:r>
              <a:rPr lang="en-US" dirty="0"/>
              <a:t>Week 3 – AI Intelligence</a:t>
            </a:r>
            <a:br>
              <a:rPr lang="en-US" dirty="0"/>
            </a:br>
            <a:r>
              <a:rPr lang="en-US" dirty="0"/>
              <a:t>Week 4 – UI &amp; Testing</a:t>
            </a:r>
            <a:endParaRPr lang="en-IN" dirty="0"/>
          </a:p>
        </p:txBody>
      </p:sp>
      <p:pic>
        <p:nvPicPr>
          <p:cNvPr id="1030" name="Picture 6" descr="AI-Based Resume Screening: Is It Essential for Your Hiring Process?">
            <a:extLst>
              <a:ext uri="{FF2B5EF4-FFF2-40B4-BE49-F238E27FC236}">
                <a16:creationId xmlns:a16="http://schemas.microsoft.com/office/drawing/2014/main" id="{B3D7297B-B882-8E70-5C83-6DDDACE0C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0" t="27103" r="10446" b="11647"/>
          <a:stretch>
            <a:fillRect/>
          </a:stretch>
        </p:blipFill>
        <p:spPr bwMode="auto">
          <a:xfrm>
            <a:off x="4250898" y="2881727"/>
            <a:ext cx="3080200" cy="189677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261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82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AI Resume Screening &amp; Talent Match System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Nighitha T N</dc:creator>
  <cp:lastModifiedBy>Nighitha T N</cp:lastModifiedBy>
  <cp:revision>11</cp:revision>
  <dcterms:created xsi:type="dcterms:W3CDTF">2026-02-24T10:40:32Z</dcterms:created>
  <dcterms:modified xsi:type="dcterms:W3CDTF">2026-02-24T12:37:22Z</dcterms:modified>
</cp:coreProperties>
</file>